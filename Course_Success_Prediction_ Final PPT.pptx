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C6508A-FBC9-4C92-957A-593C31921B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1153F1-7295-4B79-BB45-3A4B9E7113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368E6C-74E7-4BBB-BC38-17D69AD104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E20868B-40F2-42EB-BA1A-6151BD1EEF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C431017-C941-4877-BF7B-F8B5025BAE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C0D2EA-D674-436B-A935-D5C2C40E92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4FB4162-7831-4E33-B4F8-EE866AA227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C0C5C8-70D3-43D7-9758-7752741DEC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2AE5C1-7E79-49F4-89EE-FCEF16F6EE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D362CA2-8453-4E7D-BF87-4F447E26BA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FD9D84-55AE-4D04-AB14-E0E3117296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C5E0E02-2C95-4232-A137-C399E47FA3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6E05C5-E3CE-46CC-ADEE-25290B8C1C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B9ABDB-14E1-4E93-BE14-BFBD9D07C3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2FBED37-4EE2-471B-89E1-5940B86A04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F13A36-AFE0-4D75-8535-E99C2F275F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Coursera Course Success Prediction App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4188960" y="3683160"/>
            <a:ext cx="3812040" cy="294624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 txBox="1"/>
          <p:nvPr/>
        </p:nvSpPr>
        <p:spPr>
          <a:xfrm>
            <a:off x="457200" y="4800600"/>
            <a:ext cx="3200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Submitted By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Ranjitha P 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DSA Feb Batch 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Problem Statement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Need to predict learner course success score early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Helps in targeted intervention and learner support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Project Objectives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Understand learner behavior through data analysis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Build an optimized regression model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Deploy the model as an interactive web application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Dataset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Coursera learner and course interaction dataset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Includes course title, price,student enrollment,instructor profile,rating,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review count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Target variable: Course Success Score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 Preprocessing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Handled missing values and duplicates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Encoded categorical variables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Feature scaling where necessary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Prepared feature engineered dataset for modeling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Exploratory Data Analysis (EDA)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Understanding data distribution and relationships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Identifying key factors affecting course success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Visual analysis using multiple plots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Correlation Matrix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Heatmap showing correlation between numerical features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Helps identify strong positive and negative relationships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for feature understanding and selection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📊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(Correlation matrix visualization)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8160" cy="452448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449280" y="360360"/>
            <a:ext cx="8334000" cy="619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Additional EDA Visualizations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Distribution plots of success score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Box plots to detect outliers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Feature vs target scatter plots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📈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(EDA graphs included)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371600" y="1031400"/>
            <a:ext cx="7502400" cy="560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8160" cy="452448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130320" y="169920"/>
            <a:ext cx="8972280" cy="657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8160" cy="452448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301680" y="222480"/>
            <a:ext cx="8629200" cy="646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Selection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Regression-based problem formulation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Gradient Boosting Regression selected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Effective for non-linear and complex relationships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Gradient Boosting Regression –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Models are built sequentially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Each model reduces the error of the previous one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Hyperparameter Tuning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Performed using GridSearchCV / RandomizedSearchCV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Optimized parameters like n_estimators, learning_rate, max_depth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Improved model accuracy and generalization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Cross Validation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Applied k-fold cross validation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Ensures model stability across different data splits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Reduces overfitting risk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0" y="4235400"/>
            <a:ext cx="9143640" cy="56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Feature importance (Gradient Boosting)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360" y="1410840"/>
            <a:ext cx="914256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Training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Trained Gradient Boosting Regressor with tuned parameters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training dataset for learning patterns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Test dataset used for final evaluation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Evaluation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Metrics used: R² Score, MAE, MSE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 achieved strong predictive performance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Consistent results across cross-validation folds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685800" y="4114800"/>
            <a:ext cx="4686480" cy="95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Saving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Final trained model saved using Pickle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Ensures reproducibility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directly in deployment stage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Web Application Development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Flask-based web application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inputs learner and course features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Backend predicts success score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Prediction Workflow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input → preprocessing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 inference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Predicted success score displayed on UI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Generative AI–based Course Advisor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85800" y="1416600"/>
            <a:ext cx="7920000" cy="52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Integrated a Generative AI–based Course Advisor with the ML prediction 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GenAI generates context-aware recommendations based 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Predicted success score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Course difficulty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Learner engagement indicators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Enhances decision-making beyond numerical prediction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 &amp; Outcome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Accurate and reliable success score prediction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Complete ML pipeline implemented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Supports data-driven decision making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Future Enhancements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Real-time learner behavior tracking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Advanced ensemble models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Cloud deployment and monitoring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Successfully built an optimized ML regression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Integrated EDA, tuning, validation, and deployment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Demonstrates strong applied data science skills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Application>PPT_Plus/1.0.0.0$Windows_X86_64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2026-02-02T15:06:33Z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