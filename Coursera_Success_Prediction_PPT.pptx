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08CAF1-B1E8-4FF5-9921-24E7A28CCD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E4E167-5CA8-47F8-B271-BF7B81B0C3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70846FA-EFBA-4A56-A02F-F6F7817B4E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8E909A-DFD3-44F9-BA2A-77A0E4D74A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05C42C5-1D7F-45B4-8B84-8EDB22F795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1A74ADB-A7F5-4DE7-8947-338CD6A9B9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D765F6B-F755-4295-9E24-37B787BC13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8275E88-ED61-4DDC-AE9F-DD26D2035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D5C34A1-C744-4A05-AED1-E02B4C8EFC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C9C18E3-5C83-4764-B3FD-810F712A2A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3E1E312-8BA2-4D90-9043-AF225CEF15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534D0E-335E-4A13-9783-1700D8836E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740198-28CE-4753-9F93-75B9E99DEE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168BA4-6ACA-4921-BC87-FB994C1F79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6071BA-114C-4321-B463-65B00A457B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6E539B-C580-40E1-BEF1-199AA72FE8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C21EFF-80FE-4C94-8E2B-1D0F9B6A12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7A9F55-43A1-488E-B482-2E0C5262CF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EB3209-31C1-49CD-882B-B432FBF3C8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6AE7B1-B31E-4EF4-900B-C2EE4BC637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CCC6D0-2CE9-4C3C-ABA6-149357496D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FCC93-6748-4BF5-9C6D-A6C957A755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Coursera Course Success Prediction App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End-to-End ML Project | Gradient Boosting Regression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Low completion rates in online learning platforms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Need to predict learner course success score early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in targeted intervention and learner support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Objectives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Understand learner behavior through data analysis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Build an optimized regression model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Deploy the model as an interactive web application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Dataset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Coursera learner and course interaction dataset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Includes engagement, activity, and performance features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Target variable: Course Success Score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Preprocessing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Handled missing values and duplicates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Encoded categorical variables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scaling where necessary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Prepared final dataset for modeling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Exploratory Data Analysis (EDA)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Understanding data distribution and relationships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Identifying key factors affecting course success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Visual analysis using multiple plots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Correlation Matrix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Heatmap showing correlation between numerical features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identify strong positive and negative relationships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feature understanding and selection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📊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(Correlation matrix visualization)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449280" y="360360"/>
            <a:ext cx="8335080" cy="619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Additional EDA Visualizations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Distribution plots of success score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Box plots to detect outliers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Feature vs target scatter plots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📈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(EDA graphs included)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371600" y="1031400"/>
            <a:ext cx="7503480" cy="560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130320" y="169920"/>
            <a:ext cx="8973360" cy="657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301680" y="222480"/>
            <a:ext cx="8630280" cy="646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Selection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Regression-based problem formulation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Gradient Boosting Regression selected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Effective for non-linear and complex relationships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Gradient Boosting Regression –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Models are built sequentially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model reduces the error of the previous one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Hyperparameter Tuning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Performed using GridSearchCV / RandomizedSearchCV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Optimized parameters like n_estimators, learning_rate, max_depth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Improved model accuracy and generalization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Cross Validation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Applied k-fold cross validation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Ensures model stability across different data splits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Reduces overfitting risk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Feature importance (Gradient Boosting)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-1371240" y="-3429000"/>
            <a:ext cx="8229240" cy="452556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360" y="1410840"/>
            <a:ext cx="9143640" cy="407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Training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Trained Gradient Boosting Regressor with tuned parameters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training dataset for learning patterns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Test dataset used for final evaluation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Evaluation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Metrics used: R² Score, MAE, MSE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achieved strong predictive performance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Consistent results across cross-validation folds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Model Saving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trained model saved using Pickle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Ensures reproducibility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directly in deployment stage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Web Application Development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Flask-based web application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inputs learner and course features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Backend predicts success score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Prediction Workflow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 input → preprocessing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 inference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Predicted success score displayed on UI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 &amp; Outcome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Accurate and reliable success score prediction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Complete ML pipeline implemented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Supports data-driven decision making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Future Enhancements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Real-time learner behavior tracking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Advanced ensemble models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Cloud deployment and monitoring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Successfully built an optimized ML regression system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Integrated EDA, tuning, validation, and deployment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Demonstrates strong applied data science skills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2026-02-01T09:06:18Z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